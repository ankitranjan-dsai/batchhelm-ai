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5400">
                <a:solidFill>
                  <a:srgbClr val="0F2A43"/>
                </a:solidFill>
              </a:defRPr>
            </a:pPr>
            <a:r>
              <a:t>BatchHelm AI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Autonomous recall command center for small grocers, restaurants, pharmacies, cafeterias, and distributors</a:t>
            </a:r>
          </a:p>
          <a:p>
            <a:pPr>
              <a:defRPr sz="2000">
                <a:solidFill>
                  <a:srgbClr val="222222"/>
                </a:solidFill>
              </a:defRPr>
            </a:pP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Qwen Global AI Hackathon — Autopilot Agent (primary track) · Agent Society (secondary track)</a:t>
            </a:r>
          </a:p>
          <a:p>
            <a:pPr>
              <a:defRPr sz="2000">
                <a:solidFill>
                  <a:srgbClr val="222222"/>
                </a:solidFill>
              </a:defRPr>
            </a:pP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github.com/ankitranjan-dsai/batchhelm-ai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1F6FEB"/>
                </a:solidFill>
              </a:defRPr>
            </a:pPr>
            <a: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solidFill>
                  <a:srgbClr val="222222"/>
                </a:solidFill>
              </a:rPr>
              <a:t>A recall notice arrives and small operators have no tooling to answer basic questions fast: are we affected, where is the product, who needs to act, who must be notified, what evidence must be kept.</a:t>
            </a:r>
          </a:p>
          <a:p>
            <a:pPr/>
            <a:r>
              <a:rPr sz="1800">
                <a:solidFill>
                  <a:srgbClr val="222222"/>
                </a:solidFill>
              </a:rPr>
              <a:t>Enterprise recall-management software is built for large chains — small grocers, restaurants, pharmacies, and distributors are left doing this by hand: cross-checking invoices, walking shelves, and tracking removal tasks on paper or spreadsheets.</a:t>
            </a:r>
          </a:p>
          <a:p>
            <a:pPr/>
            <a:r>
              <a:rPr sz="1800">
                <a:solidFill>
                  <a:srgbClr val="222222"/>
                </a:solidFill>
              </a:rPr>
              <a:t>Manual response is slow and error-prone at exactly the moment regulators and customers expect speed and an auditable trail.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1F6FEB"/>
                </a:solidFill>
              </a:defRPr>
            </a:pPr>
            <a:r>
              <a:t>What BatchHelm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solidFill>
                  <a:srgbClr val="222222"/>
                </a:solidFill>
              </a:rPr>
              <a:t>Turns a recall notice, invoices, POS/inventory exports, and shelf photos into one coordinated response workflow.</a:t>
            </a:r>
          </a:p>
          <a:p>
            <a:pPr/>
            <a:r>
              <a:rPr sz="1800">
                <a:solidFill>
                  <a:srgbClr val="222222"/>
                </a:solidFill>
              </a:rPr>
              <a:t>Identifies affected products and lots, matches them against real inventory, and inspects shelf photos for labels, dates, and lot codes.</a:t>
            </a:r>
          </a:p>
          <a:p>
            <a:pPr/>
            <a:r>
              <a:rPr sz="1800">
                <a:solidFill>
                  <a:srgbClr val="222222"/>
                </a:solidFill>
              </a:rPr>
              <a:t>Generates removal, quarantine, disposal, refund, and customer-notice tasks, plus a management briefing.</a:t>
            </a:r>
          </a:p>
          <a:p>
            <a:pPr/>
            <a:r>
              <a:rPr sz="1800">
                <a:solidFill>
                  <a:srgbClr val="222222"/>
                </a:solidFill>
              </a:rPr>
              <a:t>Preserves every step in an audit-ready evidence packet with a human reviewer approval gate.</a:t>
            </a:r>
          </a:p>
          <a:p>
            <a:pPr/>
            <a:r>
              <a:rPr sz="1800">
                <a:solidFill>
                  <a:srgbClr val="222222"/>
                </a:solidFill>
              </a:rPr>
              <a:t>Remembers supplier aliases, prior decisions, and recurring false positives across runs.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1F6FEB"/>
                </a:solidFill>
              </a:defRPr>
            </a:pPr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solidFill>
                  <a:srgbClr val="222222"/>
                </a:solidFill>
              </a:rPr>
              <a:t>React + Vite + TypeScript dashboard talking to a FastAPI + Pydantic backend over REST and Server-Sent Events.</a:t>
            </a:r>
          </a:p>
          <a:p>
            <a:pPr/>
            <a:r>
              <a:rPr sz="1800">
                <a:solidFill>
                  <a:srgbClr val="222222"/>
                </a:solidFill>
              </a:rPr>
              <a:t>An OrchestrationService backed by SQLite starts idempotent runs and persists every event so a reconnect replays history before following the live stream.</a:t>
            </a:r>
          </a:p>
          <a:p>
            <a:pPr/>
            <a:r>
              <a:rPr sz="1800">
                <a:solidFill>
                  <a:srgbClr val="222222"/>
                </a:solidFill>
              </a:rPr>
              <a:t>A real Agent Orchestrator runs nine specialist agents as a dependency graph (DAG) with parallel waves, retries, and durable per-wave checkpoints.</a:t>
            </a:r>
          </a:p>
          <a:p>
            <a:pPr/>
            <a:r>
              <a:rPr sz="1800">
                <a:solidFill>
                  <a:srgbClr val="222222"/>
                </a:solidFill>
              </a:rPr>
              <a:t>A Qwen Cloud gateway drives extraction, matching, vision, risk, notices, and the briefing, with every output validated against a Pydantic schema.</a:t>
            </a:r>
          </a:p>
          <a:p>
            <a:pPr/>
            <a:r>
              <a:rPr sz="1800">
                <a:solidFill>
                  <a:srgbClr val="222222"/>
                </a:solidFill>
              </a:rPr>
              <a:t>Deployment target: Docker + Compose on Alibaba Cloud Container Service or Elastic Compute Service.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1F6FEB"/>
                </a:solidFill>
              </a:defRPr>
            </a:pPr>
            <a:r>
              <a:t>Agent Society — Nine Specialists, One DAG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solidFill>
                  <a:srgbClr val="222222"/>
                </a:solidFill>
              </a:rPr>
              <a:t>Recall Intake -&gt; Document Extraction -&gt; Inventory Matching / Shelf Vision -&gt; Risk Scoring / Memory -&gt; Operations Task / Communications -&gt; Compliance Evidence.</a:t>
            </a:r>
          </a:p>
          <a:p>
            <a:pPr/>
            <a:r>
              <a:rPr sz="1800">
                <a:solidFill>
                  <a:srgbClr val="222222"/>
                </a:solidFill>
              </a:rPr>
              <a:t>Independent specialists run inside the same wave instead of one after another — six parallel waves in total for nine agents.</a:t>
            </a:r>
          </a:p>
          <a:p>
            <a:pPr/>
            <a:r>
              <a:rPr sz="1800">
                <a:solidFill>
                  <a:srgbClr val="222222"/>
                </a:solidFill>
              </a:rPr>
              <a:t>Each agent gets per-attempt retries, and a failing agent's downstream dependents are skipped cleanly rather than aborting the whole run.</a:t>
            </a:r>
          </a:p>
          <a:p>
            <a:pPr/>
            <a:r>
              <a:rPr sz="1800">
                <a:solidFill>
                  <a:srgbClr val="222222"/>
                </a:solidFill>
              </a:rPr>
              <a:t>The orchestrator reconciles disagreement between Qwen's reasoning and the authoritative inventory ground truth before assembling the final analysis.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1F6FEB"/>
                </a:solidFill>
              </a:defRPr>
            </a:pPr>
            <a:r>
              <a:t>Qwen Cloud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solidFill>
                  <a:srgbClr val="222222"/>
                </a:solidFill>
              </a:rPr>
              <a:t>Calls Qwen Cloud through Alibaba Cloud Model Studio's OpenAI-compatible chat endpoint — qwen-plus for text, qwen-vl-plus for shelf-photo vision.</a:t>
            </a:r>
          </a:p>
          <a:p>
            <a:pPr/>
            <a:r>
              <a:rPr sz="1800">
                <a:solidFill>
                  <a:srgbClr val="222222"/>
                </a:solidFill>
              </a:rPr>
              <a:t>Six workflow steps are Qwen-driven: recall extraction, inventory-match reasoning, risk classification, customer-notice drafting, shelf-photo interpretation, and the management briefing.</a:t>
            </a:r>
          </a:p>
          <a:p>
            <a:pPr/>
            <a:r>
              <a:rPr sz="1800">
                <a:solidFill>
                  <a:srgbClr val="222222"/>
                </a:solidFill>
              </a:rPr>
              <a:t>Every Qwen response is validated against a Pydantic schema and repaired to a deterministic fallback on any failure, so the workflow never breaks.</a:t>
            </a:r>
          </a:p>
          <a:p>
            <a:pPr/>
            <a:r>
              <a:rPr sz="1800">
                <a:solidFill>
                  <a:srgbClr val="222222"/>
                </a:solidFill>
              </a:rPr>
              <a:t>Two runtime modes: live (QWEN_API_KEY configured) and demo-fallback (deterministic outputs, used for reliable tests and demos without credentials).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1F6FEB"/>
                </a:solidFill>
              </a:defRPr>
            </a:pPr>
            <a:r>
              <a:t>Durable Mission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solidFill>
                  <a:srgbClr val="222222"/>
                </a:solidFill>
              </a:rPr>
              <a:t>A newly built durable-orchestration layer: SQLite-backed run and event repository, resumable Orchestrator.run(recovery=...) API, and a rebuilt Mission Control dashboard.</a:t>
            </a:r>
          </a:p>
          <a:p>
            <a:pPr/>
            <a:r>
              <a:rPr sz="1800">
                <a:solidFill>
                  <a:srgbClr val="222222"/>
                </a:solidFill>
              </a:rPr>
              <a:t>Every completed wave persists a typed checkpoint (blackboard state + agent results) before moving on.</a:t>
            </a:r>
          </a:p>
          <a:p>
            <a:pPr/>
            <a:r>
              <a:rPr sz="1800">
                <a:solidFill>
                  <a:srgbClr val="222222"/>
                </a:solidFill>
              </a:rPr>
              <a:t>A run that crashes mid-way resumes from its last wave checkpoint instead of restarting from agent one.</a:t>
            </a:r>
          </a:p>
          <a:p>
            <a:pPr/>
            <a:r>
              <a:rPr sz="1800">
                <a:solidFill>
                  <a:srgbClr val="222222"/>
                </a:solidFill>
              </a:rPr>
              <a:t>The dashboard subscribes to a replayable SSE stream — refreshing or reconnecting resumes the same run rather than starting a new 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1F6FEB"/>
                </a:solidFill>
              </a:defRPr>
            </a:pPr>
            <a:r>
              <a:t>Benchmark: Agent Society vs. Single-Agent Baseline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solidFill>
                  <a:srgbClr val="222222"/>
                </a:solidFill>
              </a:rPr>
              <a:t>Same nine specialist agents, same demo incident, only the execution strategy differs — measured with services/api/scripts/benchmark_agent_society.py.</a:t>
            </a:r>
          </a:p>
          <a:p>
            <a:pPr/>
            <a:r>
              <a:rPr sz="1800">
                <a:solidFill>
                  <a:srgbClr val="222222"/>
                </a:solidFill>
              </a:rPr>
              <a:t>Latency: the 6-wave DAG completed 1.49x faster than a strictly sequential single-agent pipeline at identical per-agent cost.</a:t>
            </a:r>
          </a:p>
          <a:p>
            <a:pPr/>
            <a:r>
              <a:rPr sz="1800">
                <a:solidFill>
                  <a:srgbClr val="222222"/>
                </a:solidFill>
              </a:rPr>
              <a:t>Failure isolation: forcing one agent to fail, the DAG still delivered 4/9 completed agents with clean downstream skips; the sequential baseline aborted the entire run after 3/9 agents.</a:t>
            </a:r>
          </a:p>
          <a:p>
            <a:pPr/>
            <a:r>
              <a:rPr sz="1800">
                <a:solidFill>
                  <a:srgbClr val="222222"/>
                </a:solidFill>
              </a:rPr>
              <a:t>Checkpoint/resume: after a simulated crash, the DAG re-ran only 3/9 agents (33%) from its last checkpoint; the baseline has no resume mechanism and would re-run 9/9 (100%).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1F6FEB"/>
                </a:solidFill>
              </a:defRPr>
            </a:pPr>
            <a:r>
              <a:t>Impact &amp; Judging Criteria Coverage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solidFill>
                  <a:srgbClr val="222222"/>
                </a:solidFill>
              </a:rPr>
              <a:t>Problem value: recall response for small grocers, restaurants, pharmacies, cafeterias, and distributors that lack enterprise tooling — with an audit-ready evidence packet as the output that matters.</a:t>
            </a:r>
          </a:p>
          <a:p>
            <a:pPr/>
            <a:r>
              <a:rPr sz="1800">
                <a:solidFill>
                  <a:srgbClr val="222222"/>
                </a:solidFill>
              </a:rPr>
              <a:t>Innovation &amp; AI creativity: a real multi-agent society, Qwen-driven structured reasoning, conflict reconciliation between model output and ground truth, and persistent cross-run memory.</a:t>
            </a:r>
          </a:p>
          <a:p>
            <a:pPr/>
            <a:r>
              <a:rPr sz="1800">
                <a:solidFill>
                  <a:srgbClr val="222222"/>
                </a:solidFill>
              </a:rPr>
              <a:t>Technical depth: DAG orchestration with parallel waves, retries, typed restart checkpoints, persisted SSE replay, validated Qwen schemas, idempotent SQLite ledgers, Docker/Compose/CI.</a:t>
            </a:r>
          </a:p>
          <a:p>
            <a:pPr/>
            <a:r>
              <a:rPr sz="1800">
                <a:solidFill>
                  <a:srgbClr val="222222"/>
                </a:solidFill>
              </a:rPr>
              <a:t>Presentation &amp; docs: README, architecture diagram, Qwen integration guide, deployment guide, demo script, and an honest known-limitations doc.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1F6FEB"/>
                </a:solidFill>
              </a:defRPr>
            </a:pPr>
            <a:r>
              <a:t>Known Limitations (Honest Scope)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solidFill>
                  <a:srgbClr val="222222"/>
                </a:solidFill>
              </a:rPr>
              <a:t>The workflow runs against one bundled demo incident today; multi-incident intake and real document upload parsing are not yet wired.</a:t>
            </a:r>
          </a:p>
          <a:p>
            <a:pPr/>
            <a:r>
              <a:rPr sz="1800">
                <a:solidFill>
                  <a:srgbClr val="222222"/>
                </a:solidFill>
              </a:rPr>
              <a:t>Demo-fallback is the default without QWEN_API_KEY — reliable for tests and demos, but it does not exercise live Qwen latency.</a:t>
            </a:r>
          </a:p>
          <a:p>
            <a:pPr/>
            <a:r>
              <a:rPr sz="1800">
                <a:solidFill>
                  <a:srgbClr val="222222"/>
                </a:solidFill>
              </a:rPr>
              <a:t>Reviewer identity is a configurable role, not real authentication; there is no login or RBAC yet.</a:t>
            </a:r>
          </a:p>
          <a:p>
            <a:pPr/>
            <a:r>
              <a:rPr sz="1800">
                <a:solidFill>
                  <a:srgbClr val="222222"/>
                </a:solidFill>
              </a:rPr>
              <a:t>Storage is SQLite with a Postgres-ready interface, but the Postgres adapter is not implemented; orchestration is single-process today.</a:t>
            </a:r>
          </a:p>
          <a:p>
            <a:pPr/>
            <a:r>
              <a:rPr sz="1800">
                <a:solidFill>
                  <a:srgbClr val="222222"/>
                </a:solidFill>
              </a:rPr>
              <a:t>No automated browser/E2E tests yet — frontend logic has Vitest coverage and the UI has been checked manually at desktop and mobile sizes.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1F6FEB"/>
                </a:solidFill>
              </a:defRPr>
            </a:pPr>
            <a:r>
              <a:t>Demo &amp;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solidFill>
                  <a:srgbClr val="222222"/>
                </a:solidFill>
              </a:rPr>
              <a:t>Repository: github.com/ankitranjan-dsai/batchhelm-ai (MIT license)</a:t>
            </a:r>
          </a:p>
          <a:p>
            <a:pPr/>
            <a:r>
              <a:rPr sz="1800">
                <a:solidFill>
                  <a:srgbClr val="222222"/>
                </a:solidFill>
              </a:rPr>
              <a:t>Architecture: docs/architecture.md   ·   Qwen integration: docs/qwen-integration.md</a:t>
            </a:r>
          </a:p>
          <a:p>
            <a:pPr/>
            <a:r>
              <a:rPr sz="1800">
                <a:solidFill>
                  <a:srgbClr val="222222"/>
                </a:solidFill>
              </a:rPr>
              <a:t>Sample evidence packet: docs/sample-evidence-packet.md   ·   Sample walkthrough: docs/sample-incident-walkthrough.md</a:t>
            </a:r>
          </a:p>
          <a:p>
            <a:pPr/>
            <a:r>
              <a:rPr sz="1800">
                <a:solidFill>
                  <a:srgbClr val="222222"/>
                </a:solidFill>
              </a:rPr>
              <a:t>Benchmark report: docs/benchmarks/agent-society-vs-single-agent.md</a:t>
            </a:r>
          </a:p>
          <a:p>
            <a:pPr/>
            <a:r>
              <a:rPr sz="1800">
                <a:solidFill>
                  <a:srgbClr val="222222"/>
                </a:solidFill>
              </a:rPr>
              <a:t>Demo script: docs/demo-script.md</a:t>
            </a:r>
          </a:p>
          <a:p>
            <a:pPr/>
            <a:r>
              <a:rPr sz="1800">
                <a:solidFill>
                  <a:srgbClr val="222222"/>
                </a:solidFill>
              </a:rPr>
              <a:t>Live deployment URL and demo video: in progress — tracked in docs/submission-checklist.md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